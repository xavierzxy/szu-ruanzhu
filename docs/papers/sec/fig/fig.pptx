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971A1-3A04-473F-A681-A0D6DC9C5824}" v="83" dt="2025-11-13T12:12:25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-2070" y="-876"/>
      </p:cViewPr>
      <p:guideLst>
        <p:guide orient="horz" pos="40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obe, Takashi" userId="3ca25d0f-b58e-456e-aba2-04696416748b" providerId="ADAL" clId="{DAA04DCF-5F8A-4FD1-AAAA-6716D8D3B755}"/>
    <pc:docChg chg="undo custSel modSld">
      <pc:chgData name="Isobe, Takashi" userId="3ca25d0f-b58e-456e-aba2-04696416748b" providerId="ADAL" clId="{DAA04DCF-5F8A-4FD1-AAAA-6716D8D3B755}" dt="2025-11-13T12:22:40.606" v="1490" actId="1036"/>
      <pc:docMkLst>
        <pc:docMk/>
      </pc:docMkLst>
      <pc:sldChg chg="addSp delSp modSp mod">
        <pc:chgData name="Isobe, Takashi" userId="3ca25d0f-b58e-456e-aba2-04696416748b" providerId="ADAL" clId="{DAA04DCF-5F8A-4FD1-AAAA-6716D8D3B755}" dt="2025-11-13T12:22:40.606" v="1490" actId="1036"/>
        <pc:sldMkLst>
          <pc:docMk/>
          <pc:sldMk cId="0" sldId="256"/>
        </pc:sldMkLst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4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5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9" creationId="{00D89175-EB3F-2224-B3E7-6853F1D5414F}"/>
          </ac:spMkLst>
        </pc:spChg>
        <pc:spChg chg="add del mod">
          <ac:chgData name="Isobe, Takashi" userId="3ca25d0f-b58e-456e-aba2-04696416748b" providerId="ADAL" clId="{DAA04DCF-5F8A-4FD1-AAAA-6716D8D3B755}" dt="2025-11-13T11:48:04.132" v="535" actId="21"/>
          <ac:spMkLst>
            <pc:docMk/>
            <pc:sldMk cId="0" sldId="256"/>
            <ac:spMk id="10" creationId="{00000000-0000-0000-0000-000000000000}"/>
          </ac:spMkLst>
        </pc:spChg>
        <pc:spChg chg="mod or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12" creationId="{00000000-0000-0000-0000-000000000000}"/>
          </ac:spMkLst>
        </pc:spChg>
        <pc:spChg chg="mod ord">
          <ac:chgData name="Isobe, Takashi" userId="3ca25d0f-b58e-456e-aba2-04696416748b" providerId="ADAL" clId="{DAA04DCF-5F8A-4FD1-AAAA-6716D8D3B755}" dt="2025-11-13T12:17:31.361" v="1437" actId="103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Isobe, Takashi" userId="3ca25d0f-b58e-456e-aba2-04696416748b" providerId="ADAL" clId="{DAA04DCF-5F8A-4FD1-AAAA-6716D8D3B755}" dt="2025-11-13T11:55:42.614" v="761" actId="1037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1:48:05.223" v="536" actId="21"/>
          <ac:spMkLst>
            <pc:docMk/>
            <pc:sldMk cId="0" sldId="256"/>
            <ac:spMk id="16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18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19" creationId="{8F6B4C26-36C1-BDF7-364A-26C4EB2DE1E6}"/>
          </ac:spMkLst>
        </pc:spChg>
        <pc:spChg chg="add del">
          <ac:chgData name="Isobe, Takashi" userId="3ca25d0f-b58e-456e-aba2-04696416748b" providerId="ADAL" clId="{DAA04DCF-5F8A-4FD1-AAAA-6716D8D3B755}" dt="2025-11-13T11:16:26.073" v="52" actId="22"/>
          <ac:spMkLst>
            <pc:docMk/>
            <pc:sldMk cId="0" sldId="256"/>
            <ac:spMk id="21" creationId="{8212C557-E2DD-93C6-19AC-33D652933B81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Isobe, Takashi" userId="3ca25d0f-b58e-456e-aba2-04696416748b" providerId="ADAL" clId="{DAA04DCF-5F8A-4FD1-AAAA-6716D8D3B755}" dt="2025-11-13T12:08:16.809" v="1248" actId="1037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25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2:21:29.094" v="1455" actId="21"/>
          <ac:spMkLst>
            <pc:docMk/>
            <pc:sldMk cId="0" sldId="256"/>
            <ac:spMk id="26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1:52:26.609" v="633" actId="478"/>
          <ac:spMkLst>
            <pc:docMk/>
            <pc:sldMk cId="0" sldId="256"/>
            <ac:spMk id="27" creationId="{70B40484-208F-0643-7E28-9B255C7C02B9}"/>
          </ac:spMkLst>
        </pc:spChg>
        <pc:spChg chg="add mod">
          <ac:chgData name="Isobe, Takashi" userId="3ca25d0f-b58e-456e-aba2-04696416748b" providerId="ADAL" clId="{DAA04DCF-5F8A-4FD1-AAAA-6716D8D3B755}" dt="2025-11-13T12:10:30.073" v="1298" actId="14100"/>
          <ac:spMkLst>
            <pc:docMk/>
            <pc:sldMk cId="0" sldId="256"/>
            <ac:spMk id="28" creationId="{5FAC663E-5601-57DE-42C2-DCAB31ADE932}"/>
          </ac:spMkLst>
        </pc:spChg>
        <pc:spChg chg="add mod">
          <ac:chgData name="Isobe, Takashi" userId="3ca25d0f-b58e-456e-aba2-04696416748b" providerId="ADAL" clId="{DAA04DCF-5F8A-4FD1-AAAA-6716D8D3B755}" dt="2025-11-13T11:31:37.354" v="192" actId="571"/>
          <ac:spMkLst>
            <pc:docMk/>
            <pc:sldMk cId="0" sldId="256"/>
            <ac:spMk id="29" creationId="{98255E0D-EFB3-9523-9D7C-164B93786674}"/>
          </ac:spMkLst>
        </pc:spChg>
        <pc:spChg chg="del mod">
          <ac:chgData name="Isobe, Takashi" userId="3ca25d0f-b58e-456e-aba2-04696416748b" providerId="ADAL" clId="{DAA04DCF-5F8A-4FD1-AAAA-6716D8D3B755}" dt="2025-11-13T11:37:50.221" v="402" actId="21"/>
          <ac:spMkLst>
            <pc:docMk/>
            <pc:sldMk cId="0" sldId="256"/>
            <ac:spMk id="31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1:36:13.242" v="349" actId="1076"/>
          <ac:spMkLst>
            <pc:docMk/>
            <pc:sldMk cId="0" sldId="256"/>
            <ac:spMk id="33" creationId="{2ABC8145-8CF5-AECD-622C-B3BA86F5C43F}"/>
          </ac:spMkLst>
        </pc:spChg>
        <pc:spChg chg="del">
          <ac:chgData name="Isobe, Takashi" userId="3ca25d0f-b58e-456e-aba2-04696416748b" providerId="ADAL" clId="{DAA04DCF-5F8A-4FD1-AAAA-6716D8D3B755}" dt="2025-11-13T11:37:52.436" v="403" actId="21"/>
          <ac:spMkLst>
            <pc:docMk/>
            <pc:sldMk cId="0" sldId="256"/>
            <ac:spMk id="35" creationId="{00000000-0000-0000-0000-000000000000}"/>
          </ac:spMkLst>
        </pc:spChg>
        <pc:spChg chg="del mod ord">
          <ac:chgData name="Isobe, Takashi" userId="3ca25d0f-b58e-456e-aba2-04696416748b" providerId="ADAL" clId="{DAA04DCF-5F8A-4FD1-AAAA-6716D8D3B755}" dt="2025-11-13T11:48:44.088" v="557" actId="21"/>
          <ac:spMkLst>
            <pc:docMk/>
            <pc:sldMk cId="0" sldId="256"/>
            <ac:spMk id="36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1:37:55.322" v="404" actId="21"/>
          <ac:spMkLst>
            <pc:docMk/>
            <pc:sldMk cId="0" sldId="256"/>
            <ac:spMk id="37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1:37:55.322" v="404" actId="21"/>
          <ac:spMkLst>
            <pc:docMk/>
            <pc:sldMk cId="0" sldId="256"/>
            <ac:spMk id="39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41" creationId="{3E7FD889-5809-98EC-FFAA-2A44565DAA9E}"/>
          </ac:spMkLst>
        </pc:spChg>
        <pc:spChg chg="add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42" creationId="{BFA08998-5A57-ACBB-132B-C4660D648163}"/>
          </ac:spMkLst>
        </pc:spChg>
        <pc:spChg chg="add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43" creationId="{08B885FC-8766-4B9E-8F18-1092C3F0831D}"/>
          </ac:spMkLst>
        </pc:spChg>
        <pc:spChg chg="add del mod">
          <ac:chgData name="Isobe, Takashi" userId="3ca25d0f-b58e-456e-aba2-04696416748b" providerId="ADAL" clId="{DAA04DCF-5F8A-4FD1-AAAA-6716D8D3B755}" dt="2025-11-13T11:46:23.655" v="499" actId="21"/>
          <ac:spMkLst>
            <pc:docMk/>
            <pc:sldMk cId="0" sldId="256"/>
            <ac:spMk id="44" creationId="{BCE35C2A-BD5E-CCAB-59DB-D1CA25F224C1}"/>
          </ac:spMkLst>
        </pc:spChg>
        <pc:spChg chg="add mod">
          <ac:chgData name="Isobe, Takashi" userId="3ca25d0f-b58e-456e-aba2-04696416748b" providerId="ADAL" clId="{DAA04DCF-5F8A-4FD1-AAAA-6716D8D3B755}" dt="2025-11-13T11:51:48.671" v="622" actId="14100"/>
          <ac:spMkLst>
            <pc:docMk/>
            <pc:sldMk cId="0" sldId="256"/>
            <ac:spMk id="48" creationId="{0B227945-F7FA-D9E3-4A6F-42B4F94FF17C}"/>
          </ac:spMkLst>
        </pc:spChg>
        <pc:spChg chg="add del mod">
          <ac:chgData name="Isobe, Takashi" userId="3ca25d0f-b58e-456e-aba2-04696416748b" providerId="ADAL" clId="{DAA04DCF-5F8A-4FD1-AAAA-6716D8D3B755}" dt="2025-11-13T11:45:40.550" v="467" actId="21"/>
          <ac:spMkLst>
            <pc:docMk/>
            <pc:sldMk cId="0" sldId="256"/>
            <ac:spMk id="49" creationId="{01BB6A17-A614-BD71-DEF9-66B1709B621B}"/>
          </ac:spMkLst>
        </pc:spChg>
        <pc:spChg chg="del mod">
          <ac:chgData name="Isobe, Takashi" userId="3ca25d0f-b58e-456e-aba2-04696416748b" providerId="ADAL" clId="{DAA04DCF-5F8A-4FD1-AAAA-6716D8D3B755}" dt="2025-11-13T11:37:55.322" v="404" actId="21"/>
          <ac:spMkLst>
            <pc:docMk/>
            <pc:sldMk cId="0" sldId="256"/>
            <ac:spMk id="50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1:53:30.916" v="707" actId="555"/>
          <ac:spMkLst>
            <pc:docMk/>
            <pc:sldMk cId="0" sldId="256"/>
            <ac:spMk id="52" creationId="{16F10C5B-5B12-D10D-5904-90284DA190F6}"/>
          </ac:spMkLst>
        </pc:spChg>
        <pc:spChg chg="add del mod ord">
          <ac:chgData name="Isobe, Takashi" userId="3ca25d0f-b58e-456e-aba2-04696416748b" providerId="ADAL" clId="{DAA04DCF-5F8A-4FD1-AAAA-6716D8D3B755}" dt="2025-11-13T11:38:40.286" v="415" actId="21"/>
          <ac:spMkLst>
            <pc:docMk/>
            <pc:sldMk cId="0" sldId="256"/>
            <ac:spMk id="53" creationId="{1648F56B-96B6-05A4-618B-2EB11D22B482}"/>
          </ac:spMkLst>
        </pc:spChg>
        <pc:spChg chg="add del mod">
          <ac:chgData name="Isobe, Takashi" userId="3ca25d0f-b58e-456e-aba2-04696416748b" providerId="ADAL" clId="{DAA04DCF-5F8A-4FD1-AAAA-6716D8D3B755}" dt="2025-11-13T11:47:08.489" v="518" actId="21"/>
          <ac:spMkLst>
            <pc:docMk/>
            <pc:sldMk cId="0" sldId="256"/>
            <ac:spMk id="54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1:52:12.641" v="629" actId="1076"/>
          <ac:spMkLst>
            <pc:docMk/>
            <pc:sldMk cId="0" sldId="256"/>
            <ac:spMk id="57" creationId="{6D682DA4-25AA-76A5-FC50-B0BD0E1B3293}"/>
          </ac:spMkLst>
        </pc:spChg>
        <pc:spChg chg="add del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59" creationId="{C9B87E47-2A0F-0F11-E30D-76633D8A65A2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60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14.986" v="1107" actId="21"/>
          <ac:spMkLst>
            <pc:docMk/>
            <pc:sldMk cId="0" sldId="256"/>
            <ac:spMk id="61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1:52:33.012" v="644" actId="1038"/>
          <ac:spMkLst>
            <pc:docMk/>
            <pc:sldMk cId="0" sldId="256"/>
            <ac:spMk id="62" creationId="{B4FB63FE-C190-BEC9-B121-352F6AE2D7B5}"/>
          </ac:spMkLst>
        </pc:spChg>
        <pc:spChg chg="del">
          <ac:chgData name="Isobe, Takashi" userId="3ca25d0f-b58e-456e-aba2-04696416748b" providerId="ADAL" clId="{DAA04DCF-5F8A-4FD1-AAAA-6716D8D3B755}" dt="2025-11-13T12:03:14.986" v="1107" actId="21"/>
          <ac:spMkLst>
            <pc:docMk/>
            <pc:sldMk cId="0" sldId="256"/>
            <ac:spMk id="65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67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2:22:40.606" v="1490" actId="1036"/>
          <ac:spMkLst>
            <pc:docMk/>
            <pc:sldMk cId="0" sldId="256"/>
            <ac:spMk id="68" creationId="{1D8568A8-BDE3-A215-04AB-E056790B62B0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69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1:47:40.542" v="524" actId="555"/>
          <ac:spMkLst>
            <pc:docMk/>
            <pc:sldMk cId="0" sldId="256"/>
            <ac:spMk id="70" creationId="{1BEC7E26-CD94-BA7C-C422-9E57BCC5E515}"/>
          </ac:spMkLst>
        </pc:spChg>
        <pc:spChg chg="add mod">
          <ac:chgData name="Isobe, Takashi" userId="3ca25d0f-b58e-456e-aba2-04696416748b" providerId="ADAL" clId="{DAA04DCF-5F8A-4FD1-AAAA-6716D8D3B755}" dt="2025-11-13T12:22:27.927" v="1476" actId="20577"/>
          <ac:spMkLst>
            <pc:docMk/>
            <pc:sldMk cId="0" sldId="256"/>
            <ac:spMk id="71" creationId="{AB73ADBE-EFF3-FA0E-F092-27E687E06810}"/>
          </ac:spMkLst>
        </pc:spChg>
        <pc:spChg chg="add mod">
          <ac:chgData name="Isobe, Takashi" userId="3ca25d0f-b58e-456e-aba2-04696416748b" providerId="ADAL" clId="{DAA04DCF-5F8A-4FD1-AAAA-6716D8D3B755}" dt="2025-11-13T11:48:10.486" v="538" actId="1076"/>
          <ac:spMkLst>
            <pc:docMk/>
            <pc:sldMk cId="0" sldId="256"/>
            <ac:spMk id="72" creationId="{790F6DA0-2988-F15B-5B7E-A42E1D39645F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73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74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75" creationId="{3BDF0316-58B3-DE25-63BC-103C52D743D8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77" creationId="{00000000-0000-0000-0000-000000000000}"/>
          </ac:spMkLst>
        </pc:spChg>
        <pc:spChg chg="add del mod ord">
          <ac:chgData name="Isobe, Takashi" userId="3ca25d0f-b58e-456e-aba2-04696416748b" providerId="ADAL" clId="{DAA04DCF-5F8A-4FD1-AAAA-6716D8D3B755}" dt="2025-11-13T12:21:25.590" v="1453" actId="21"/>
          <ac:spMkLst>
            <pc:docMk/>
            <pc:sldMk cId="0" sldId="256"/>
            <ac:spMk id="78" creationId="{7878687F-F9DF-408D-987C-39A5A7840814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79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2:21:25.590" v="1453" actId="21"/>
          <ac:spMkLst>
            <pc:docMk/>
            <pc:sldMk cId="0" sldId="256"/>
            <ac:spMk id="80" creationId="{3F438C55-4E95-03E1-049A-0C955AA1EE44}"/>
          </ac:spMkLst>
        </pc:spChg>
        <pc:spChg chg="add del mod">
          <ac:chgData name="Isobe, Takashi" userId="3ca25d0f-b58e-456e-aba2-04696416748b" providerId="ADAL" clId="{DAA04DCF-5F8A-4FD1-AAAA-6716D8D3B755}" dt="2025-11-13T12:21:25.590" v="1453" actId="21"/>
          <ac:spMkLst>
            <pc:docMk/>
            <pc:sldMk cId="0" sldId="256"/>
            <ac:spMk id="82" creationId="{EEA69564-2336-9933-5592-6CF47DC121F2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91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92" creationId="{00000000-0000-0000-0000-000000000000}"/>
          </ac:spMkLst>
        </pc:spChg>
        <pc:spChg chg="mod">
          <ac:chgData name="Isobe, Takashi" userId="3ca25d0f-b58e-456e-aba2-04696416748b" providerId="ADAL" clId="{DAA04DCF-5F8A-4FD1-AAAA-6716D8D3B755}" dt="2025-11-13T12:21:34.712" v="1456" actId="1076"/>
          <ac:spMkLst>
            <pc:docMk/>
            <pc:sldMk cId="0" sldId="256"/>
            <ac:spMk id="94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96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97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9:36.176" v="1283" actId="478"/>
          <ac:spMkLst>
            <pc:docMk/>
            <pc:sldMk cId="0" sldId="256"/>
            <ac:spMk id="101" creationId="{00000000-0000-0000-0000-000000000000}"/>
          </ac:spMkLst>
        </pc:spChg>
        <pc:spChg chg="mod ord">
          <ac:chgData name="Isobe, Takashi" userId="3ca25d0f-b58e-456e-aba2-04696416748b" providerId="ADAL" clId="{DAA04DCF-5F8A-4FD1-AAAA-6716D8D3B755}" dt="2025-11-13T12:10:32.259" v="1301" actId="1036"/>
          <ac:spMkLst>
            <pc:docMk/>
            <pc:sldMk cId="0" sldId="256"/>
            <ac:spMk id="102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1:52:25.353" v="632" actId="478"/>
          <ac:spMkLst>
            <pc:docMk/>
            <pc:sldMk cId="0" sldId="256"/>
            <ac:spMk id="103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1:39:10.957" v="427" actId="21"/>
          <ac:spMkLst>
            <pc:docMk/>
            <pc:sldMk cId="0" sldId="256"/>
            <ac:spMk id="108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01:49.624" v="1084" actId="478"/>
          <ac:spMkLst>
            <pc:docMk/>
            <pc:sldMk cId="0" sldId="256"/>
            <ac:spMk id="109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51.826" v="1122" actId="21"/>
          <ac:spMkLst>
            <pc:docMk/>
            <pc:sldMk cId="0" sldId="256"/>
            <ac:spMk id="110" creationId="{00000000-0000-0000-0000-000000000000}"/>
          </ac:spMkLst>
        </pc:spChg>
        <pc:spChg chg="add del mod ord">
          <ac:chgData name="Isobe, Takashi" userId="3ca25d0f-b58e-456e-aba2-04696416748b" providerId="ADAL" clId="{DAA04DCF-5F8A-4FD1-AAAA-6716D8D3B755}" dt="2025-11-13T12:21:25.590" v="1453" actId="21"/>
          <ac:spMkLst>
            <pc:docMk/>
            <pc:sldMk cId="0" sldId="256"/>
            <ac:spMk id="113" creationId="{51993414-021F-51EE-23E9-265BC64B33E1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114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115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2:21:25.590" v="1453" actId="21"/>
          <ac:spMkLst>
            <pc:docMk/>
            <pc:sldMk cId="0" sldId="256"/>
            <ac:spMk id="116" creationId="{D5EDBBA5-9643-DCC3-357D-062E2349F1C5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117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1:14.051" v="1305" actId="21"/>
          <ac:spMkLst>
            <pc:docMk/>
            <pc:sldMk cId="0" sldId="256"/>
            <ac:spMk id="119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2:21:25.590" v="1453" actId="21"/>
          <ac:spMkLst>
            <pc:docMk/>
            <pc:sldMk cId="0" sldId="256"/>
            <ac:spMk id="120" creationId="{2F649782-66B0-0AF5-B4C3-FBC09B7895D6}"/>
          </ac:spMkLst>
        </pc:spChg>
        <pc:spChg chg="add mod">
          <ac:chgData name="Isobe, Takashi" userId="3ca25d0f-b58e-456e-aba2-04696416748b" providerId="ADAL" clId="{DAA04DCF-5F8A-4FD1-AAAA-6716D8D3B755}" dt="2025-11-13T12:15:43.775" v="1429" actId="1037"/>
          <ac:spMkLst>
            <pc:docMk/>
            <pc:sldMk cId="0" sldId="256"/>
            <ac:spMk id="128" creationId="{1AD1F583-465E-BCFE-E1BC-F9D53265B374}"/>
          </ac:spMkLst>
        </pc:spChg>
        <pc:spChg chg="del">
          <ac:chgData name="Isobe, Takashi" userId="3ca25d0f-b58e-456e-aba2-04696416748b" providerId="ADAL" clId="{DAA04DCF-5F8A-4FD1-AAAA-6716D8D3B755}" dt="2025-11-13T12:01:52.192" v="1085" actId="478"/>
          <ac:spMkLst>
            <pc:docMk/>
            <pc:sldMk cId="0" sldId="256"/>
            <ac:spMk id="129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14.986" v="1107" actId="21"/>
          <ac:spMkLst>
            <pc:docMk/>
            <pc:sldMk cId="0" sldId="256"/>
            <ac:spMk id="131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134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10:49.233" v="1304" actId="478"/>
          <ac:spMkLst>
            <pc:docMk/>
            <pc:sldMk cId="0" sldId="256"/>
            <ac:spMk id="135" creationId="{00000000-0000-0000-0000-000000000000}"/>
          </ac:spMkLst>
        </pc:spChg>
        <pc:spChg chg="add mod">
          <ac:chgData name="Isobe, Takashi" userId="3ca25d0f-b58e-456e-aba2-04696416748b" providerId="ADAL" clId="{DAA04DCF-5F8A-4FD1-AAAA-6716D8D3B755}" dt="2025-11-13T12:11:40.965" v="1315" actId="1076"/>
          <ac:spMkLst>
            <pc:docMk/>
            <pc:sldMk cId="0" sldId="256"/>
            <ac:spMk id="136" creationId="{9EB51AF2-6612-58E0-3028-47FDFA5D9DCC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138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139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01:40.343" v="1081" actId="21"/>
          <ac:spMkLst>
            <pc:docMk/>
            <pc:sldMk cId="0" sldId="256"/>
            <ac:spMk id="140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14.986" v="1107" actId="21"/>
          <ac:spMkLst>
            <pc:docMk/>
            <pc:sldMk cId="0" sldId="256"/>
            <ac:spMk id="141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14.986" v="1107" actId="21"/>
          <ac:spMkLst>
            <pc:docMk/>
            <pc:sldMk cId="0" sldId="256"/>
            <ac:spMk id="142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143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144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2:21:27.990" v="1454" actId="21"/>
          <ac:spMkLst>
            <pc:docMk/>
            <pc:sldMk cId="0" sldId="256"/>
            <ac:spMk id="145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2:03:14.986" v="1107" actId="21"/>
          <ac:spMkLst>
            <pc:docMk/>
            <pc:sldMk cId="0" sldId="256"/>
            <ac:spMk id="146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3:50.857" v="1121" actId="21"/>
          <ac:spMkLst>
            <pc:docMk/>
            <pc:sldMk cId="0" sldId="256"/>
            <ac:spMk id="147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148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150" creationId="{00000000-0000-0000-0000-000000000000}"/>
          </ac:spMkLst>
        </pc:spChg>
        <pc:spChg chg="del">
          <ac:chgData name="Isobe, Takashi" userId="3ca25d0f-b58e-456e-aba2-04696416748b" providerId="ADAL" clId="{DAA04DCF-5F8A-4FD1-AAAA-6716D8D3B755}" dt="2025-11-13T12:07:28.519" v="1236" actId="21"/>
          <ac:spMkLst>
            <pc:docMk/>
            <pc:sldMk cId="0" sldId="256"/>
            <ac:spMk id="153" creationId="{00000000-0000-0000-0000-000000000000}"/>
          </ac:spMkLst>
        </pc:spChg>
        <pc:spChg chg="add del">
          <ac:chgData name="Isobe, Takashi" userId="3ca25d0f-b58e-456e-aba2-04696416748b" providerId="ADAL" clId="{DAA04DCF-5F8A-4FD1-AAAA-6716D8D3B755}" dt="2025-11-13T12:04:30.478" v="1136" actId="21"/>
          <ac:spMkLst>
            <pc:docMk/>
            <pc:sldMk cId="0" sldId="256"/>
            <ac:spMk id="155" creationId="{00000000-0000-0000-0000-000000000000}"/>
          </ac:spMkLst>
        </pc:spChg>
        <pc:spChg chg="del mod">
          <ac:chgData name="Isobe, Takashi" userId="3ca25d0f-b58e-456e-aba2-04696416748b" providerId="ADAL" clId="{DAA04DCF-5F8A-4FD1-AAAA-6716D8D3B755}" dt="2025-11-13T11:58:33.614" v="1037" actId="21"/>
          <ac:spMkLst>
            <pc:docMk/>
            <pc:sldMk cId="0" sldId="256"/>
            <ac:spMk id="156" creationId="{00000000-0000-0000-0000-000000000000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58" creationId="{8E874E30-D538-848F-92FB-CF02CD5088F6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60" creationId="{CB2037DF-04A9-0A81-0F3C-1BB2B7C641E9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61" creationId="{6FCDD470-5BAA-5121-5215-8DD89D247F42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62" creationId="{C852209C-E0E1-EE27-D7E3-535A96579216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68" creationId="{2260430B-DD8D-0240-6A88-D02B78DE2C7B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69" creationId="{044EA162-760A-48DC-C34F-ED4DDE1AA4EB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71" creationId="{870ED3C3-5253-6C2C-0E10-CD8259467F41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81" creationId="{BAE2E18A-6DE9-E5BE-FEBF-7C4847E3B454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82" creationId="{D9D803AE-C347-2E5D-E30E-BD3EA0505E1E}"/>
          </ac:spMkLst>
        </pc:spChg>
        <pc:spChg chg="add del mod">
          <ac:chgData name="Isobe, Takashi" userId="3ca25d0f-b58e-456e-aba2-04696416748b" providerId="ADAL" clId="{DAA04DCF-5F8A-4FD1-AAAA-6716D8D3B755}" dt="2025-11-13T12:14:46.303" v="1427" actId="21"/>
          <ac:spMkLst>
            <pc:docMk/>
            <pc:sldMk cId="0" sldId="256"/>
            <ac:spMk id="184" creationId="{467C1773-ABFE-3835-F121-3C14B96D321C}"/>
          </ac:spMkLst>
        </pc:spChg>
        <pc:picChg chg="del">
          <ac:chgData name="Isobe, Takashi" userId="3ca25d0f-b58e-456e-aba2-04696416748b" providerId="ADAL" clId="{DAA04DCF-5F8A-4FD1-AAAA-6716D8D3B755}" dt="2025-11-13T12:07:28.519" v="1236" actId="21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7:28.519" v="1236" actId="21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1:53:41.641" v="719" actId="21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57.794" v="1125" actId="21"/>
          <ac:picMkLst>
            <pc:docMk/>
            <pc:sldMk cId="0" sldId="256"/>
            <ac:picMk id="7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1:15:27.021" v="5" actId="478"/>
          <ac:picMkLst>
            <pc:docMk/>
            <pc:sldMk cId="0" sldId="256"/>
            <ac:picMk id="15" creationId="{00000000-0000-0000-0000-000000000000}"/>
          </ac:picMkLst>
        </pc:picChg>
        <pc:picChg chg="del mod">
          <ac:chgData name="Isobe, Takashi" userId="3ca25d0f-b58e-456e-aba2-04696416748b" providerId="ADAL" clId="{DAA04DCF-5F8A-4FD1-AAAA-6716D8D3B755}" dt="2025-11-13T11:37:47.539" v="400" actId="21"/>
          <ac:picMkLst>
            <pc:docMk/>
            <pc:sldMk cId="0" sldId="256"/>
            <ac:picMk id="34" creationId="{00000000-0000-0000-0000-000000000000}"/>
          </ac:picMkLst>
        </pc:picChg>
        <pc:picChg chg="del mod">
          <ac:chgData name="Isobe, Takashi" userId="3ca25d0f-b58e-456e-aba2-04696416748b" providerId="ADAL" clId="{DAA04DCF-5F8A-4FD1-AAAA-6716D8D3B755}" dt="2025-11-13T11:37:55.322" v="404" actId="21"/>
          <ac:picMkLst>
            <pc:docMk/>
            <pc:sldMk cId="0" sldId="256"/>
            <ac:picMk id="38" creationId="{00000000-0000-0000-0000-000000000000}"/>
          </ac:picMkLst>
        </pc:picChg>
        <pc:picChg chg="add mod">
          <ac:chgData name="Isobe, Takashi" userId="3ca25d0f-b58e-456e-aba2-04696416748b" providerId="ADAL" clId="{DAA04DCF-5F8A-4FD1-AAAA-6716D8D3B755}" dt="2025-11-13T11:37:46.922" v="399" actId="571"/>
          <ac:picMkLst>
            <pc:docMk/>
            <pc:sldMk cId="0" sldId="256"/>
            <ac:picMk id="40" creationId="{2B9E49A5-5832-649C-3682-6BA0CD55F3A3}"/>
          </ac:picMkLst>
        </pc:picChg>
        <pc:picChg chg="del mod">
          <ac:chgData name="Isobe, Takashi" userId="3ca25d0f-b58e-456e-aba2-04696416748b" providerId="ADAL" clId="{DAA04DCF-5F8A-4FD1-AAAA-6716D8D3B755}" dt="2025-11-13T12:10:49.233" v="1304" actId="478"/>
          <ac:picMkLst>
            <pc:docMk/>
            <pc:sldMk cId="0" sldId="256"/>
            <ac:picMk id="45" creationId="{00000000-0000-0000-0000-000000000000}"/>
          </ac:picMkLst>
        </pc:picChg>
        <pc:picChg chg="del mod">
          <ac:chgData name="Isobe, Takashi" userId="3ca25d0f-b58e-456e-aba2-04696416748b" providerId="ADAL" clId="{DAA04DCF-5F8A-4FD1-AAAA-6716D8D3B755}" dt="2025-11-13T12:11:42.738" v="1316" actId="478"/>
          <ac:picMkLst>
            <pc:docMk/>
            <pc:sldMk cId="0" sldId="256"/>
            <ac:picMk id="46" creationId="{00000000-0000-0000-0000-000000000000}"/>
          </ac:picMkLst>
        </pc:picChg>
        <pc:picChg chg="add del mod">
          <ac:chgData name="Isobe, Takashi" userId="3ca25d0f-b58e-456e-aba2-04696416748b" providerId="ADAL" clId="{DAA04DCF-5F8A-4FD1-AAAA-6716D8D3B755}" dt="2025-11-13T11:38:31.218" v="410" actId="21"/>
          <ac:picMkLst>
            <pc:docMk/>
            <pc:sldMk cId="0" sldId="256"/>
            <ac:picMk id="47" creationId="{5E87589A-9F18-1C88-4093-7BF2046447A2}"/>
          </ac:picMkLst>
        </pc:picChg>
        <pc:picChg chg="del mod">
          <ac:chgData name="Isobe, Takashi" userId="3ca25d0f-b58e-456e-aba2-04696416748b" providerId="ADAL" clId="{DAA04DCF-5F8A-4FD1-AAAA-6716D8D3B755}" dt="2025-11-13T12:12:24.619" v="1338" actId="21"/>
          <ac:picMkLst>
            <pc:docMk/>
            <pc:sldMk cId="0" sldId="256"/>
            <ac:picMk id="51" creationId="{00000000-0000-0000-0000-000000000000}"/>
          </ac:picMkLst>
        </pc:picChg>
        <pc:picChg chg="del mod">
          <ac:chgData name="Isobe, Takashi" userId="3ca25d0f-b58e-456e-aba2-04696416748b" providerId="ADAL" clId="{DAA04DCF-5F8A-4FD1-AAAA-6716D8D3B755}" dt="2025-11-13T12:11:32.306" v="1310" actId="478"/>
          <ac:picMkLst>
            <pc:docMk/>
            <pc:sldMk cId="0" sldId="256"/>
            <ac:picMk id="55" creationId="{00000000-0000-0000-0000-000000000000}"/>
          </ac:picMkLst>
        </pc:picChg>
        <pc:picChg chg="mod">
          <ac:chgData name="Isobe, Takashi" userId="3ca25d0f-b58e-456e-aba2-04696416748b" providerId="ADAL" clId="{DAA04DCF-5F8A-4FD1-AAAA-6716D8D3B755}" dt="2025-11-13T11:53:19.934" v="701" actId="1036"/>
          <ac:picMkLst>
            <pc:docMk/>
            <pc:sldMk cId="0" sldId="256"/>
            <ac:picMk id="63" creationId="{00000000-0000-0000-0000-000000000000}"/>
          </ac:picMkLst>
        </pc:picChg>
        <pc:picChg chg="mod ord">
          <ac:chgData name="Isobe, Takashi" userId="3ca25d0f-b58e-456e-aba2-04696416748b" providerId="ADAL" clId="{DAA04DCF-5F8A-4FD1-AAAA-6716D8D3B755}" dt="2025-11-13T11:52:15.439" v="630" actId="1076"/>
          <ac:picMkLst>
            <pc:docMk/>
            <pc:sldMk cId="0" sldId="256"/>
            <ac:picMk id="64" creationId="{00000000-0000-0000-0000-000000000000}"/>
          </ac:picMkLst>
        </pc:picChg>
        <pc:picChg chg="del mod ord">
          <ac:chgData name="Isobe, Takashi" userId="3ca25d0f-b58e-456e-aba2-04696416748b" providerId="ADAL" clId="{DAA04DCF-5F8A-4FD1-AAAA-6716D8D3B755}" dt="2025-11-13T11:17:27.401" v="79" actId="21"/>
          <ac:picMkLst>
            <pc:docMk/>
            <pc:sldMk cId="0" sldId="256"/>
            <ac:picMk id="104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50.857" v="1121" actId="21"/>
          <ac:picMkLst>
            <pc:docMk/>
            <pc:sldMk cId="0" sldId="256"/>
            <ac:picMk id="106" creationId="{00000000-0000-0000-0000-000000000000}"/>
          </ac:picMkLst>
        </pc:picChg>
        <pc:picChg chg="mod">
          <ac:chgData name="Isobe, Takashi" userId="3ca25d0f-b58e-456e-aba2-04696416748b" providerId="ADAL" clId="{DAA04DCF-5F8A-4FD1-AAAA-6716D8D3B755}" dt="2025-11-13T12:10:01.741" v="1290" actId="1076"/>
          <ac:picMkLst>
            <pc:docMk/>
            <pc:sldMk cId="0" sldId="256"/>
            <ac:picMk id="121" creationId="{00000000-0000-0000-0000-000000000000}"/>
          </ac:picMkLst>
        </pc:picChg>
        <pc:picChg chg="mod">
          <ac:chgData name="Isobe, Takashi" userId="3ca25d0f-b58e-456e-aba2-04696416748b" providerId="ADAL" clId="{DAA04DCF-5F8A-4FD1-AAAA-6716D8D3B755}" dt="2025-11-13T11:39:14.796" v="429" actId="1076"/>
          <ac:picMkLst>
            <pc:docMk/>
            <pc:sldMk cId="0" sldId="256"/>
            <ac:picMk id="122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53.098" v="1124" actId="21"/>
          <ac:picMkLst>
            <pc:docMk/>
            <pc:sldMk cId="0" sldId="256"/>
            <ac:picMk id="123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52.625" v="1123" actId="21"/>
          <ac:picMkLst>
            <pc:docMk/>
            <pc:sldMk cId="0" sldId="256"/>
            <ac:picMk id="124" creationId="{00000000-0000-0000-0000-000000000000}"/>
          </ac:picMkLst>
        </pc:picChg>
        <pc:picChg chg="add mod">
          <ac:chgData name="Isobe, Takashi" userId="3ca25d0f-b58e-456e-aba2-04696416748b" providerId="ADAL" clId="{DAA04DCF-5F8A-4FD1-AAAA-6716D8D3B755}" dt="2025-11-13T12:07:46.267" v="1240" actId="1076"/>
          <ac:picMkLst>
            <pc:docMk/>
            <pc:sldMk cId="0" sldId="256"/>
            <ac:picMk id="126" creationId="{33BD3E76-384F-C2CC-19E5-2061E2E26EC0}"/>
          </ac:picMkLst>
        </pc:picChg>
        <pc:picChg chg="add mod">
          <ac:chgData name="Isobe, Takashi" userId="3ca25d0f-b58e-456e-aba2-04696416748b" providerId="ADAL" clId="{DAA04DCF-5F8A-4FD1-AAAA-6716D8D3B755}" dt="2025-11-13T12:10:40.491" v="1303" actId="1036"/>
          <ac:picMkLst>
            <pc:docMk/>
            <pc:sldMk cId="0" sldId="256"/>
            <ac:picMk id="127" creationId="{D7872262-E5E7-8BAA-BE32-5B62EB5E3923}"/>
          </ac:picMkLst>
        </pc:picChg>
        <pc:picChg chg="del">
          <ac:chgData name="Isobe, Takashi" userId="3ca25d0f-b58e-456e-aba2-04696416748b" providerId="ADAL" clId="{DAA04DCF-5F8A-4FD1-AAAA-6716D8D3B755}" dt="2025-11-13T12:03:14.986" v="1107" actId="21"/>
          <ac:picMkLst>
            <pc:docMk/>
            <pc:sldMk cId="0" sldId="256"/>
            <ac:picMk id="130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38.641" v="1117" actId="21"/>
          <ac:picMkLst>
            <pc:docMk/>
            <pc:sldMk cId="0" sldId="256"/>
            <ac:picMk id="132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39.300" v="1118" actId="21"/>
          <ac:picMkLst>
            <pc:docMk/>
            <pc:sldMk cId="0" sldId="256"/>
            <ac:picMk id="133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3:50.857" v="1121" actId="21"/>
          <ac:picMkLst>
            <pc:docMk/>
            <pc:sldMk cId="0" sldId="256"/>
            <ac:picMk id="137" creationId="{00000000-0000-0000-0000-000000000000}"/>
          </ac:picMkLst>
        </pc:picChg>
        <pc:picChg chg="del">
          <ac:chgData name="Isobe, Takashi" userId="3ca25d0f-b58e-456e-aba2-04696416748b" providerId="ADAL" clId="{DAA04DCF-5F8A-4FD1-AAAA-6716D8D3B755}" dt="2025-11-13T12:07:28.519" v="1236" actId="21"/>
          <ac:picMkLst>
            <pc:docMk/>
            <pc:sldMk cId="0" sldId="256"/>
            <ac:picMk id="149" creationId="{00000000-0000-0000-0000-000000000000}"/>
          </ac:picMkLst>
        </pc:picChg>
        <pc:picChg chg="add del">
          <ac:chgData name="Isobe, Takashi" userId="3ca25d0f-b58e-456e-aba2-04696416748b" providerId="ADAL" clId="{DAA04DCF-5F8A-4FD1-AAAA-6716D8D3B755}" dt="2025-11-13T12:11:31.487" v="1309" actId="21"/>
          <ac:picMkLst>
            <pc:docMk/>
            <pc:sldMk cId="0" sldId="256"/>
            <ac:picMk id="152" creationId="{DF8331CA-756C-307A-22A9-2A7BB69FA079}"/>
          </ac:picMkLst>
        </pc:picChg>
        <pc:picChg chg="del">
          <ac:chgData name="Isobe, Takashi" userId="3ca25d0f-b58e-456e-aba2-04696416748b" providerId="ADAL" clId="{DAA04DCF-5F8A-4FD1-AAAA-6716D8D3B755}" dt="2025-11-13T12:03:14.986" v="1107" actId="21"/>
          <ac:picMkLst>
            <pc:docMk/>
            <pc:sldMk cId="0" sldId="256"/>
            <ac:picMk id="157" creationId="{00000000-0000-0000-0000-000000000000}"/>
          </ac:picMkLst>
        </pc:picChg>
        <pc:picChg chg="add mod">
          <ac:chgData name="Isobe, Takashi" userId="3ca25d0f-b58e-456e-aba2-04696416748b" providerId="ADAL" clId="{DAA04DCF-5F8A-4FD1-AAAA-6716D8D3B755}" dt="2025-11-13T12:11:45.174" v="1319" actId="1076"/>
          <ac:picMkLst>
            <pc:docMk/>
            <pc:sldMk cId="0" sldId="256"/>
            <ac:picMk id="187" creationId="{DF8331CA-756C-307A-22A9-2A7BB69FA079}"/>
          </ac:picMkLst>
        </pc:picChg>
        <pc:picChg chg="add del mod">
          <ac:chgData name="Isobe, Takashi" userId="3ca25d0f-b58e-456e-aba2-04696416748b" providerId="ADAL" clId="{DAA04DCF-5F8A-4FD1-AAAA-6716D8D3B755}" dt="2025-11-13T12:21:25.590" v="1453" actId="21"/>
          <ac:picMkLst>
            <pc:docMk/>
            <pc:sldMk cId="0" sldId="256"/>
            <ac:picMk id="188" creationId="{8C778068-4E80-6D21-1DD0-33954E12B3DC}"/>
          </ac:picMkLst>
        </pc:picChg>
        <pc:picChg chg="add del mod">
          <ac:chgData name="Isobe, Takashi" userId="3ca25d0f-b58e-456e-aba2-04696416748b" providerId="ADAL" clId="{DAA04DCF-5F8A-4FD1-AAAA-6716D8D3B755}" dt="2025-11-13T12:21:25.590" v="1453" actId="21"/>
          <ac:picMkLst>
            <pc:docMk/>
            <pc:sldMk cId="0" sldId="256"/>
            <ac:picMk id="190" creationId="{B75B1E56-28D7-86E8-1649-4BC7B08CD1B1}"/>
          </ac:picMkLst>
        </pc:picChg>
        <pc:cxnChg chg="del mod">
          <ac:chgData name="Isobe, Takashi" userId="3ca25d0f-b58e-456e-aba2-04696416748b" providerId="ADAL" clId="{DAA04DCF-5F8A-4FD1-AAAA-6716D8D3B755}" dt="2025-11-13T12:10:49.233" v="1304" actId="478"/>
          <ac:cxnSpMkLst>
            <pc:docMk/>
            <pc:sldMk cId="0" sldId="256"/>
            <ac:cxnSpMk id="30" creationId="{00000000-0000-0000-0000-000000000000}"/>
          </ac:cxnSpMkLst>
        </pc:cxnChg>
        <pc:cxnChg chg="add del mod">
          <ac:chgData name="Isobe, Takashi" userId="3ca25d0f-b58e-456e-aba2-04696416748b" providerId="ADAL" clId="{DAA04DCF-5F8A-4FD1-AAAA-6716D8D3B755}" dt="2025-11-13T12:21:25.590" v="1453" actId="21"/>
          <ac:cxnSpMkLst>
            <pc:docMk/>
            <pc:sldMk cId="0" sldId="256"/>
            <ac:cxnSpMk id="84" creationId="{CDEBB0CF-A501-3DC7-A717-B3440D4ED13C}"/>
          </ac:cxnSpMkLst>
        </pc:cxnChg>
        <pc:cxnChg chg="add del mod">
          <ac:chgData name="Isobe, Takashi" userId="3ca25d0f-b58e-456e-aba2-04696416748b" providerId="ADAL" clId="{DAA04DCF-5F8A-4FD1-AAAA-6716D8D3B755}" dt="2025-11-13T12:21:25.590" v="1453" actId="21"/>
          <ac:cxnSpMkLst>
            <pc:docMk/>
            <pc:sldMk cId="0" sldId="256"/>
            <ac:cxnSpMk id="125" creationId="{582EC3AA-0AA6-7644-C398-7012C6FE3A04}"/>
          </ac:cxnSpMkLst>
        </pc:cxnChg>
        <pc:cxnChg chg="del">
          <ac:chgData name="Isobe, Takashi" userId="3ca25d0f-b58e-456e-aba2-04696416748b" providerId="ADAL" clId="{DAA04DCF-5F8A-4FD1-AAAA-6716D8D3B755}" dt="2025-11-13T12:14:03.843" v="1425" actId="21"/>
          <ac:cxnSpMkLst>
            <pc:docMk/>
            <pc:sldMk cId="0" sldId="256"/>
            <ac:cxnSpMk id="186" creationId="{30C6392D-F951-DDAD-A8C9-6E727DA71988}"/>
          </ac:cxnSpMkLst>
        </pc:cxnChg>
        <pc:cxnChg chg="add del mod">
          <ac:chgData name="Isobe, Takashi" userId="3ca25d0f-b58e-456e-aba2-04696416748b" providerId="ADAL" clId="{DAA04DCF-5F8A-4FD1-AAAA-6716D8D3B755}" dt="2025-11-13T12:18:24.124" v="1452" actId="21"/>
          <ac:cxnSpMkLst>
            <pc:docMk/>
            <pc:sldMk cId="0" sldId="256"/>
            <ac:cxnSpMk id="193" creationId="{607E2B5E-8E61-D23E-8B62-E1FDCEE9176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User instruction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4.png"/><Relationship Id="rId3" Type="http://schemas.openxmlformats.org/officeDocument/2006/relationships/tags" Target="../tags/tag3.xml"/><Relationship Id="rId21" Type="http://schemas.openxmlformats.org/officeDocument/2006/relationships/image" Target="../media/image7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3.png"/><Relationship Id="rId2" Type="http://schemas.openxmlformats.org/officeDocument/2006/relationships/tags" Target="../tags/tag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png"/><Relationship Id="rId23" Type="http://schemas.openxmlformats.org/officeDocument/2006/relationships/image" Target="../media/image9.svg"/><Relationship Id="rId10" Type="http://schemas.openxmlformats.org/officeDocument/2006/relationships/tags" Target="../tags/tag10.xml"/><Relationship Id="rId19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1.xml"/><Relationship Id="rId2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>
            <p:custDataLst>
              <p:tags r:id="rId1"/>
            </p:custDataLst>
          </p:nvPr>
        </p:nvSpPr>
        <p:spPr>
          <a:xfrm>
            <a:off x="2549486" y="1435287"/>
            <a:ext cx="1106805" cy="2527935"/>
          </a:xfrm>
          <a:prstGeom prst="roundRect">
            <a:avLst/>
          </a:prstGeom>
          <a:solidFill>
            <a:srgbClr val="FFFFFF"/>
          </a:solidFill>
          <a:ln w="28575" cmpd="dbl"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>
            <p:custDataLst>
              <p:tags r:id="rId2"/>
            </p:custDataLst>
          </p:nvPr>
        </p:nvSpPr>
        <p:spPr>
          <a:xfrm>
            <a:off x="3697567" y="2808792"/>
            <a:ext cx="238125" cy="122555"/>
          </a:xfrm>
          <a:prstGeom prst="rightArrow">
            <a:avLst/>
          </a:prstGeom>
          <a:pattFill prst="wdUpDiag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 w="12700" cmpd="sng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649465" y="3743829"/>
            <a:ext cx="1022985" cy="258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900" dirty="0">
                <a:latin typeface="Times New Roman" panose="02020603050405020304" charset="0"/>
                <a:cs typeface="Times New Roman" panose="02020603050405020304" charset="0"/>
              </a:rPr>
              <a:t>Image Statistics</a:t>
            </a:r>
          </a:p>
        </p:txBody>
      </p:sp>
      <p:sp>
        <p:nvSpPr>
          <p:cNvPr id="24" name="右箭头 23"/>
          <p:cNvSpPr/>
          <p:nvPr>
            <p:custDataLst>
              <p:tags r:id="rId4"/>
            </p:custDataLst>
          </p:nvPr>
        </p:nvSpPr>
        <p:spPr>
          <a:xfrm>
            <a:off x="4555452" y="2817682"/>
            <a:ext cx="238125" cy="122555"/>
          </a:xfrm>
          <a:prstGeom prst="rightArrow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2700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3105" y="2422310"/>
            <a:ext cx="939565" cy="643660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3719723" y="3767004"/>
            <a:ext cx="1014095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ToolBox</a:t>
            </a:r>
            <a:endParaRPr lang="en-US" altLang="zh-CN" sz="9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21" name="图片 120" descr="dazl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53485" y="3431243"/>
            <a:ext cx="363220" cy="363220"/>
          </a:xfrm>
          <a:prstGeom prst="rect">
            <a:avLst/>
          </a:prstGeom>
        </p:spPr>
      </p:pic>
      <p:pic>
        <p:nvPicPr>
          <p:cNvPr id="122" name="图片 121" descr="夹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069358" y="3088827"/>
            <a:ext cx="331470" cy="33147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0D89175-EB3F-2224-B3E7-6853F1D5414F}"/>
              </a:ext>
            </a:extLst>
          </p:cNvPr>
          <p:cNvSpPr txBox="1"/>
          <p:nvPr/>
        </p:nvSpPr>
        <p:spPr>
          <a:xfrm>
            <a:off x="2795044" y="3988946"/>
            <a:ext cx="4812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F6B4C26-36C1-BDF7-364A-26C4EB2DE1E6}"/>
              </a:ext>
            </a:extLst>
          </p:cNvPr>
          <p:cNvSpPr txBox="1"/>
          <p:nvPr/>
        </p:nvSpPr>
        <p:spPr>
          <a:xfrm>
            <a:off x="3851230" y="3982222"/>
            <a:ext cx="779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AC663E-5601-57DE-42C2-DCAB31ADE932}"/>
              </a:ext>
            </a:extLst>
          </p:cNvPr>
          <p:cNvSpPr/>
          <p:nvPr/>
        </p:nvSpPr>
        <p:spPr>
          <a:xfrm>
            <a:off x="2584731" y="1466718"/>
            <a:ext cx="1033200" cy="76549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2587427" y="1502993"/>
            <a:ext cx="1110140" cy="495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think with the image, identify the distortions, and decide which tools can be used for restoration.</a:t>
            </a:r>
            <a:endParaRPr lang="en-US" altLang="zh-C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2753799" y="2195696"/>
            <a:ext cx="696118" cy="264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900" dirty="0">
                <a:latin typeface="Times New Roman" panose="02020603050405020304" charset="0"/>
                <a:cs typeface="Times New Roman" panose="02020603050405020304" charset="0"/>
              </a:rPr>
              <a:t>Instruction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196302" y="2419407"/>
                <a:ext cx="371640" cy="231282"/>
              </a:xfrm>
              <a:prstGeom prst="rect">
                <a:avLst/>
              </a:prstGeom>
              <a:solidFill>
                <a:schemeClr val="bg1">
                  <a:alpha val="66000"/>
                </a:schemeClr>
              </a:solidFill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9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zh-CN" sz="9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𝐿𝑄</m:t>
                          </m:r>
                        </m:sup>
                      </m:sSup>
                    </m:oMath>
                  </m:oMathPara>
                </a14:m>
                <a:endParaRPr lang="en-US" altLang="zh-CN" sz="900" i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02" y="2419407"/>
                <a:ext cx="371640" cy="23128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2ABC8145-8CF5-AECD-622C-B3BA86F5C43F}"/>
              </a:ext>
            </a:extLst>
          </p:cNvPr>
          <p:cNvSpPr txBox="1"/>
          <p:nvPr/>
        </p:nvSpPr>
        <p:spPr>
          <a:xfrm>
            <a:off x="3371525" y="2072832"/>
            <a:ext cx="399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🚀</a:t>
            </a:r>
          </a:p>
        </p:txBody>
      </p:sp>
      <p:sp>
        <p:nvSpPr>
          <p:cNvPr id="41" name="圆角矩形 9">
            <a:extLst>
              <a:ext uri="{FF2B5EF4-FFF2-40B4-BE49-F238E27FC236}">
                <a16:creationId xmlns:a16="http://schemas.microsoft.com/office/drawing/2014/main" id="{3E7FD889-5809-98EC-FFAA-2A44565DAA9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826595" y="1422429"/>
            <a:ext cx="1210376" cy="2527935"/>
          </a:xfrm>
          <a:prstGeom prst="roundRect">
            <a:avLst/>
          </a:prstGeom>
          <a:solidFill>
            <a:srgbClr val="FFFFFF"/>
          </a:solidFill>
          <a:ln w="28575" cmpd="dbl"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FA08998-5A57-ACBB-132B-C4660D64816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994237" y="3743829"/>
            <a:ext cx="1022985" cy="258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900" dirty="0">
                <a:latin typeface="Times New Roman" panose="02020603050405020304" charset="0"/>
                <a:cs typeface="Times New Roman" panose="02020603050405020304" charset="0"/>
              </a:rPr>
              <a:t>Image Statistics</a:t>
            </a:r>
          </a:p>
        </p:txBody>
      </p:sp>
      <p:sp>
        <p:nvSpPr>
          <p:cNvPr id="43" name="下箭头 15">
            <a:extLst>
              <a:ext uri="{FF2B5EF4-FFF2-40B4-BE49-F238E27FC236}">
                <a16:creationId xmlns:a16="http://schemas.microsoft.com/office/drawing/2014/main" id="{08B885FC-8766-4B9E-8F18-1092C3F0831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401094" y="3088827"/>
            <a:ext cx="143671" cy="2025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B227945-F7FA-D9E3-4A6F-42B4F94FF17C}"/>
              </a:ext>
            </a:extLst>
          </p:cNvPr>
          <p:cNvSpPr/>
          <p:nvPr/>
        </p:nvSpPr>
        <p:spPr>
          <a:xfrm>
            <a:off x="4861839" y="1470211"/>
            <a:ext cx="1130617" cy="8007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6F10C5B-5B12-D10D-5904-90284DA190F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162750" y="2223322"/>
            <a:ext cx="696118" cy="264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900" dirty="0">
                <a:latin typeface="Times New Roman" panose="02020603050405020304" charset="0"/>
                <a:cs typeface="Times New Roman" panose="02020603050405020304" charset="0"/>
              </a:rPr>
              <a:t>Response</a:t>
            </a: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61236" y="2445826"/>
            <a:ext cx="999471" cy="679831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6D682DA4-25AA-76A5-FC50-B0BD0E1B3293}"/>
              </a:ext>
            </a:extLst>
          </p:cNvPr>
          <p:cNvSpPr txBox="1"/>
          <p:nvPr/>
        </p:nvSpPr>
        <p:spPr>
          <a:xfrm>
            <a:off x="5762366" y="2108651"/>
            <a:ext cx="399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9B87E47-2A0F-0F11-E30D-76633D8A65A2}"/>
              </a:ext>
            </a:extLst>
          </p:cNvPr>
          <p:cNvSpPr txBox="1"/>
          <p:nvPr/>
        </p:nvSpPr>
        <p:spPr>
          <a:xfrm>
            <a:off x="4834534" y="1469795"/>
            <a:ext cx="12630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contains </a:t>
            </a:r>
            <a:r>
              <a:rPr lang="en-US" sz="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rain, noise, and blur.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/>
              <a:t>The most suitable task to restore the image is </a:t>
            </a:r>
            <a:r>
              <a:rPr lang="en-US" sz="800" dirty="0" err="1">
                <a:solidFill>
                  <a:srgbClr val="FF0000"/>
                </a:solidFill>
              </a:rPr>
              <a:t>Deraining</a:t>
            </a:r>
            <a:r>
              <a:rPr lang="en-US" sz="800" dirty="0"/>
              <a:t>, and the recommended tool is </a:t>
            </a:r>
            <a:r>
              <a:rPr lang="en-US" sz="800" dirty="0" err="1">
                <a:solidFill>
                  <a:srgbClr val="FF0000"/>
                </a:solidFill>
              </a:rPr>
              <a:t>MPRNet</a:t>
            </a:r>
            <a:r>
              <a:rPr lang="en-US" sz="800" dirty="0"/>
              <a:t>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4FB63FE-C190-BEC9-B121-352F6AE2D7B5}"/>
              </a:ext>
            </a:extLst>
          </p:cNvPr>
          <p:cNvSpPr/>
          <p:nvPr/>
        </p:nvSpPr>
        <p:spPr>
          <a:xfrm>
            <a:off x="4937983" y="3303101"/>
            <a:ext cx="1033200" cy="48574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D8568A8-BDE3-A215-04AB-E056790B62B0}"/>
              </a:ext>
            </a:extLst>
          </p:cNvPr>
          <p:cNvSpPr txBox="1"/>
          <p:nvPr/>
        </p:nvSpPr>
        <p:spPr>
          <a:xfrm>
            <a:off x="4896772" y="3308191"/>
            <a:ext cx="1146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{Noise </a:t>
            </a:r>
            <a:r>
              <a:rPr lang="en-US" altLang="zh-CN" sz="800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igma: 0.12</a:t>
            </a: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Edge </a:t>
            </a:r>
            <a:r>
              <a:rPr lang="en-US" altLang="zh-CN" sz="800" dirty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ensity: 0.08</a:t>
            </a: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Color </a:t>
            </a:r>
            <a:r>
              <a:rPr lang="en-US" altLang="zh-CN" sz="800" dirty="0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ias: 4.1 …}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BEC7E26-CD94-BA7C-C422-9E57BCC5E515}"/>
              </a:ext>
            </a:extLst>
          </p:cNvPr>
          <p:cNvSpPr/>
          <p:nvPr/>
        </p:nvSpPr>
        <p:spPr>
          <a:xfrm>
            <a:off x="2585270" y="3288879"/>
            <a:ext cx="1033200" cy="48574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B73ADBE-EFF3-FA0E-F092-27E687E06810}"/>
              </a:ext>
            </a:extLst>
          </p:cNvPr>
          <p:cNvSpPr txBox="1"/>
          <p:nvPr/>
        </p:nvSpPr>
        <p:spPr>
          <a:xfrm>
            <a:off x="2544092" y="3298665"/>
            <a:ext cx="1146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{Noise </a:t>
            </a:r>
            <a:r>
              <a:rPr lang="en-US" altLang="zh-CN" sz="800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igma: 0.12</a:t>
            </a: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Edge </a:t>
            </a:r>
            <a:r>
              <a:rPr lang="en-US" altLang="zh-CN" sz="800" dirty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ensity: 0.08</a:t>
            </a: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Color </a:t>
            </a:r>
            <a:r>
              <a:rPr lang="en-US" altLang="zh-CN" sz="800" dirty="0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ias: 4.1 …}</a:t>
            </a:r>
          </a:p>
        </p:txBody>
      </p:sp>
      <p:sp>
        <p:nvSpPr>
          <p:cNvPr id="72" name="下箭头 15">
            <a:extLst>
              <a:ext uri="{FF2B5EF4-FFF2-40B4-BE49-F238E27FC236}">
                <a16:creationId xmlns:a16="http://schemas.microsoft.com/office/drawing/2014/main" id="{790F6DA0-2988-F15B-5B7E-A42E1D39645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035655" y="3068506"/>
            <a:ext cx="143671" cy="20256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BDF0316-58B3-DE25-63BC-103C52D743D8}"/>
                  </a:ext>
                </a:extLst>
              </p:cNvPr>
              <p:cNvSpPr txBox="1"/>
              <p:nvPr/>
            </p:nvSpPr>
            <p:spPr>
              <a:xfrm>
                <a:off x="5534169" y="2448358"/>
                <a:ext cx="429156" cy="262829"/>
              </a:xfrm>
              <a:prstGeom prst="rect">
                <a:avLst/>
              </a:prstGeom>
              <a:solidFill>
                <a:schemeClr val="bg1">
                  <a:alpha val="66000"/>
                </a:schemeClr>
              </a:solidFill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altLang="zh-CN" sz="9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𝐻𝑄</m:t>
                          </m:r>
                        </m:sup>
                      </m:sSup>
                    </m:oMath>
                  </m:oMathPara>
                </a14:m>
                <a:endParaRPr lang="en-US" altLang="zh-CN" sz="900" i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BDF0316-58B3-DE25-63BC-103C52D74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169" y="2448358"/>
                <a:ext cx="429156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" name="图片 126" descr="工具">
            <a:extLst>
              <a:ext uri="{FF2B5EF4-FFF2-40B4-BE49-F238E27FC236}">
                <a16:creationId xmlns:a16="http://schemas.microsoft.com/office/drawing/2014/main" id="{D7872262-E5E7-8BAA-BE32-5B62EB5E3923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533830" y="2588624"/>
            <a:ext cx="207010" cy="207010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1AD1F583-465E-BCFE-E1BC-F9D53265B374}"/>
              </a:ext>
            </a:extLst>
          </p:cNvPr>
          <p:cNvSpPr txBox="1"/>
          <p:nvPr/>
        </p:nvSpPr>
        <p:spPr>
          <a:xfrm>
            <a:off x="5173088" y="3973704"/>
            <a:ext cx="5757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EB51AF2-6612-58E0-3028-47FDFA5D9DCC}"/>
              </a:ext>
            </a:extLst>
          </p:cNvPr>
          <p:cNvSpPr txBox="1"/>
          <p:nvPr/>
        </p:nvSpPr>
        <p:spPr>
          <a:xfrm>
            <a:off x="3837127" y="2251442"/>
            <a:ext cx="819541" cy="255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dirty="0" err="1">
                <a:latin typeface="Times New Roman" panose="02020603050405020304" charset="0"/>
                <a:cs typeface="Times New Roman" panose="02020603050405020304" charset="0"/>
              </a:rPr>
              <a:t>RestoraMind</a:t>
            </a:r>
            <a:endParaRPr lang="en-US" altLang="zh-CN" sz="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7" name="图形 186" descr="机器人 轮廓">
            <a:extLst>
              <a:ext uri="{FF2B5EF4-FFF2-40B4-BE49-F238E27FC236}">
                <a16:creationId xmlns:a16="http://schemas.microsoft.com/office/drawing/2014/main" id="{DF8331CA-756C-307A-22A9-2A7BB69FA0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74550" y="2432855"/>
            <a:ext cx="696308" cy="69630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5,&quot;left&quot;:81.1,&quot;top&quot;:63.25,&quot;width&quot;:374.4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d8961f-e488-4e60-8e11-a82d994e183d}" enabled="0" method="" siteId="{3dd8961f-e488-4e60-8e11-a82d994e18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93</Words>
  <Application>Microsoft Office PowerPoint</Application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Isobe, Takashi</cp:lastModifiedBy>
  <cp:revision>5</cp:revision>
  <dcterms:created xsi:type="dcterms:W3CDTF">2023-08-09T12:44:00Z</dcterms:created>
  <dcterms:modified xsi:type="dcterms:W3CDTF">2025-11-13T12:22:40Z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457206C5C0CD4617A6428CE129807CEC_12</vt:lpwstr>
  </property>
</Properties>
</file>